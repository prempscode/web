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7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747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E47E-19FA-2301-A715-7816C862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FB285-3788-F0C4-9AF1-2D60D423A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B7F06-E37E-53EC-F8E7-C486C9B23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C3E2A-AC37-D434-F7F2-2EA4D0F7D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60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HTML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485016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D3EE"/>
                </a:solidFill>
              </a:rPr>
              <a:t>Part 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Web Development Series | Part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Topics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7889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</a:rPr>
              <a:t>Structure, text, links, images, lists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Just Go With The Flow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Definition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HTML = HyperText Markup Language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It is a markup language, not a programming language: it describes the structure of a page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Built from tags that the browser reads and displays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Body analogy: HTML is the skeleton, CSS is the clothes, JavaScript is the brain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Tip: right-click any website, then Inspect, to see its HTML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and Boilerplate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Install VS Code and the Live Server extension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Create folder html-course, then file index.html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Type ! and press Enter for the boilerplate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head = info about the page, body = what users see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Always keep the viewport meta tag for mobile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 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content="width=device-width,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initial-scale=1.0" 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&lt;title&gt;My First Page&lt;/title&gt;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Hello World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and Paragraphs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h1 to h6: six heading levels, h1 is the most important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 only one h1 per page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Headings give meaning, not just size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 = paragraph, br = line break, hr = horizontal 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&lt;h1&gt;Welcome to My Page&lt;/h1&gt;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&lt;h2&gt;About Me&lt;/h2&gt;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&lt;h3&gt;My Skills&lt;/h3&gt;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&lt;p&gt;Hi, I am learning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development.&lt;/p&gt;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&lt;p&gt;Line one&lt;br /&gt;Line two&lt;/p&gt;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&lt;hr /&gt;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Formatting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strong = important text, em = emphasized 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 and i only change the look, so prefer strong and 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sub / sup for small text, mark to highlight, del to strike through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&lt;p&gt;This is &lt;strong&gt;important&lt;/strong&gt;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this is &lt;em&gt;emphasized&lt;/em&gt;.&lt;/p&gt;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&lt;p&gt;H&lt;sub&gt;2&lt;/sub&gt;O and x&lt;sup&gt;2&lt;/sup&gt;&lt;/p&gt;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&lt;p&gt;&lt;mark&gt;Highlighted&lt;/mark&gt;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&lt;del&gt;deleted&lt;/del&gt; text.&lt;/p&gt;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and Images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 (anchor) with href = link address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target="_blank" opens a new tab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img uses src (location) and alt (description). Never skip alt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Put img inside a to make a clickable image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Wrong file path = broken image icon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href="https://google.com"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target="_blank"&gt;Google&lt;/a&gt;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href="about.html"&gt;About&lt;/a&gt;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href="mailto:hi@example.com"&gt;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me&lt;/a&gt;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src="images/photo.jpg"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alt="A photo of me"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width="300" /&gt;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ul = unordered list (bullets)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ol = ordered list (numbers)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li = each list item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Lists can be nested: put a ul inside an li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Menus on real websites are lists styled with CSS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&lt;h3&gt;My Hobbies&lt;/h3&gt;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&lt;li&gt;Coding&lt;/li&gt;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&lt;li&gt;Music&lt;/li&gt;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&lt;h3&gt;Make Tea&lt;/h3&gt;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&lt;li&gt;Boil water&lt;/li&gt;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&lt;li&gt;Add tea leaves&lt;/li&gt;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&lt;li&gt;Add milk&lt;/li&gt;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vs Inline, div and span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Block elements start on a new line, full width: h1, p, div, ul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Inline elements stay in the line: a, span, strong, img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div = empty box to group things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span = small wrapper inside 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Comments: &lt;!-- note --&gt; are ignored by the browser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&lt;h3&gt;Project 1&lt;/h3&gt;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&lt;p&gt;My &lt;span&gt;first&lt;/span&gt;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project.&lt;/p&gt;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&lt;h3&gt;Project 2&lt;/h3&gt;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&lt;p&gt;My second project.&lt;/p&gt;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this is a comment --&gt;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1: My Profile Page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MUST INCLUDE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profile.html with proper boilerplate and custom title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One h1 with your name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About Me: 2 paragraphs using strong and em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Your photo with proper alt text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My Skills (ul, 4+ items) and My Goals (ol, 3+ steps)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Favourite Links: 3+ links, one in a new tab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Second page about.html with links both ways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At least one div and one comment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</a:rPr>
              <a:t>EXPLORE MORE (BONUS)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3716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dl, dt, dd description list for Education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 nested list: Skills &gt; Frontend &gt; HTML, CSS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abbr tag with a title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blockquote for your favourite quote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mailto: email link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Q: strong vs b? Why only one h1? What does alt do?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HTML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About 22 minutes</a:t>
            </a:r>
            <a:endParaRPr lang="en-US" sz="1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7D13156-C9F2-8A0D-7E5D-AB64522F9D94}"/>
              </a:ext>
            </a:extLst>
          </p:cNvPr>
          <p:cNvSpPr txBox="1"/>
          <p:nvPr/>
        </p:nvSpPr>
        <p:spPr>
          <a:xfrm>
            <a:off x="868680" y="2485016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D3EE"/>
                </a:solidFill>
              </a:rPr>
              <a:t>Part 2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06F49-F99E-AF25-C014-5E66F985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780764-2538-BF4A-1A31-477E75E83ECD}"/>
              </a:ext>
            </a:extLst>
          </p:cNvPr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B592B6-44C8-D8B1-290B-2A9CE18ADE7A}"/>
              </a:ext>
            </a:extLst>
          </p:cNvPr>
          <p:cNvSpPr txBox="1"/>
          <p:nvPr/>
        </p:nvSpPr>
        <p:spPr>
          <a:xfrm>
            <a:off x="868680" y="173736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Topics</a:t>
            </a:r>
            <a:endParaRPr lang="en-US" sz="3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87C45D-F3A2-DD37-5693-686AF5F5FA91}"/>
              </a:ext>
            </a:extLst>
          </p:cNvPr>
          <p:cNvSpPr txBox="1"/>
          <p:nvPr/>
        </p:nvSpPr>
        <p:spPr>
          <a:xfrm>
            <a:off x="868680" y="27889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22D3EE"/>
                </a:solidFill>
              </a:rPr>
              <a:t>Tables, forms, semantic tags, media and a full landing page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FCEA7C-6961-5B6D-D0F0-0D9A79F37D51}"/>
              </a:ext>
            </a:extLst>
          </p:cNvPr>
          <p:cNvSpPr txBox="1"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Just Go With The Flow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03021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Definition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table = whole table, tr = row, th = heading cell, td = data cell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thead and tbody group the sections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colspan stretches a cell across columns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 tables for data only, never for page layout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border="1"&gt;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&lt;tr&gt;&lt;th&gt;Day&lt;/th&gt;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&lt;th&gt;Subject&lt;/th&gt;&lt;/tr&gt;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&lt;tr&gt;&lt;td&gt;Monday&lt;/td&gt;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&lt;td&gt;HTML&lt;/td&gt;&lt;/tr&gt;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&lt;tr&gt;&lt;td colspan="2"&gt;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Sunday: Holiday&lt;/td&gt;&lt;/tr&gt;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Inputs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Definition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form wraps all user input fields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label for="id" connects text to its input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input type decides the field: text, email, password, number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name identifies data, placeholder is the hint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Free validation: required, minlength, min, max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for="email"&gt;Email&lt;/label&gt;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 id="email"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name="email"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placeholder="you@example.com"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/&gt;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for="pw"&gt;Password&lt;/label&gt;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type="password" id="pw"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minlength="6" required /&gt;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type="submit"&gt;Send&lt;/button&gt;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Radio, Checkbox, Select, Textarea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Radio: pick one. Same name makes a group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Checkbox: pick many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select + option = dropdown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textarea = multi-line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button type: submit or reset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type="radio" id="m"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name="gender" value="male" 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for="m"&gt;Male&lt;/label&gt;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type="radio" id="f"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name="gender" value="female" 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for="f"&gt;Female&lt;/label&gt;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type="checkbox" id="css" 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for="css"&gt;CSS&lt;/label&gt;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name="course"&gt;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&lt;option&gt;Web Development&lt;/option&gt;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&lt;option&gt;Data Science&lt;/option&gt;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 rows="4"&gt;&lt;/textarea&gt;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Definition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Tags that carry meaning for people, browsers and Google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header, nav, main (once per page), section, article, aside, footer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 div only when no semantic tag fits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href="#about" jumps to the element with id="about"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&lt;h1&gt;My Website&lt;/h1&gt;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href="#about"&gt;About&lt;/a&gt;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id="about"&gt;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&lt;h2&gt;About&lt;/h2&gt;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&lt;h3&gt;Project One&lt;/h3&gt;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&lt;/section&gt;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&lt;footer&gt;&amp;copy; 2026&lt;/footer&gt;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Video and Embeds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video and audio play media; controls shows play and pause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iframe shows another page inside yours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YouTube: Share, then Embed, then copy the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src="videos/intro.mp4"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controls width="400"&gt;&lt;/video&gt;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 src="audio/song.mp3"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controls&gt;&lt;/audio&gt;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 width="420" height="236"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src="https://www.youtube.com/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embed/VIDEO_ID"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title="YouTube video"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allowfullscreen&gt;&lt;/iframe&gt;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Tags, SEO and Good Practice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meta description is the text under your title on Google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title should be clear and unique per page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Indent code, use lowercase file names with no spaces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Always add alt on images and label on inputs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One h1 per page, close every tag, semantic before div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14300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 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content="width=device-width,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initial-scale=1.0" 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name="description"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content="Personal website of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beginner web developer." 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&lt;title&gt;Prem | Web Developer&lt;/title&gt;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2: My Complete Website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MUST INCLUDE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index.html with title, meta description and viewport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header with name and nav (4+ links using ids)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main with 4+ sections: About, Skills, Projects, Contact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 table with real data, using thead, tbody, th, td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Projects: 2+ article tags with heading, text, link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Contact form: text, email, radio, checkbox, select, textarea, submit; labels with for; required on 2 fields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One YouTube embed, video or audio tag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footer with &amp;copy;; indented code; alt on all images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</a:rPr>
              <a:t>EXPLORE MORE (BONUS)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3716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Back to top link using id="top"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details and summary for a FAQ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figure and figcaption under an image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date, color and range input types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datalist search suggestions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Q: header vs div? What makes radios a group? When to use a table?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What You Learned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7889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</a:rPr>
              <a:t>Structure, text, links, images, lists, tables, forms, semantic tags, media, SEO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Next series: CSS, where we style this same page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1956</Words>
  <Application>Microsoft Office PowerPoint</Application>
  <PresentationFormat>On-screen Show (16:9)</PresentationFormat>
  <Paragraphs>295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for Beginners</dc:title>
  <dc:subject>PptxGenJS Presentation</dc:subject>
  <dc:creator>PptxGenJS</dc:creator>
  <cp:lastModifiedBy>Prem Pravash Sahu</cp:lastModifiedBy>
  <cp:revision>6</cp:revision>
  <dcterms:created xsi:type="dcterms:W3CDTF">2026-10-21T08:11:41Z</dcterms:created>
  <dcterms:modified xsi:type="dcterms:W3CDTF">2026-10-22T07:41:24Z</dcterms:modified>
</cp:coreProperties>
</file>