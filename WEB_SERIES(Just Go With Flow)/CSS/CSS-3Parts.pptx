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07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for Beginners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Parts 1-3  ·  Definitions, Examples and Assignments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Development Series  ·  Part 2: CSS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learn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1: Foundations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CSS, 3 ways to add 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Selectors and specificity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Colors, backgrounds, text, fonts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model, borders, shadows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Links, lists, pseudo-classes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debugging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+ 3: Layout and Responsive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Display, position, z-index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and centering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Navbar, cards, forms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and grid areas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queries, animations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Variables, practices, hosting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CSS?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Cascading Style Sheets: controls colors, fonts, spacing and layout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= skeleton, CSS = style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ways: inline, internal (style tag), external file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use the external file in real projects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external (best)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href="style.css" /&gt;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style.css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darkblue;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 { property: value; 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selector chooses which elements to style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Element: p  |  Class: .name  |  ID: #name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Group: h1, h2  |  Descendant: nav 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is the most used; if rules clash, the more specific wins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#444;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.highlight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yellow;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#about { padding: 20px;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{ font-weight: 600;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 { text-decoration: none;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margin: 0; padding: 0; 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Colors and Backgrounds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= text color; background-color = background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colors as names, hex, rgb or hsl (hex is most common)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background-image with size: cover fills an area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#f9fafb;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#1f2937;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rgb(30, 64, 175);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background-image: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url("images/banner.jpg");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cover;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and Fonts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font-family needs a fallback (sans-serif)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font-size, font-weight, line-height, text-align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Fonts: link in head, then use the name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line-height: 1.6 makes text easy to read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"Poppins",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40px;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600;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 text-decoration: none;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Box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element is a box: content, padding, border, margin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Padding is inside the border; margin is outside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margin: 0 auto centers a block horizontally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box-sizing: border-box keeps width exact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box-sizing: border-box;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#1e40af;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 auto;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top right bottom left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10px 20px 10px 20px;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and Hover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px fixed, % of parent, rem relative to base font, vh screen height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:hover is a pseudo-class: applies while the mouse is over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cursor: pointer shows the hand icon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width: 50%;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 font-size: 1.5rem;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 height: 100vh;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#1e40af;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 24px;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cursor: pointer;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.btn:hover { background: #1d4ed8;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Borders, Radius and Shadows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border: width style color; border-radius rounds corners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radius makes a circle from a square image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box-shadow: x y blur color adds depth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 is like border but takes no space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#e5e7eb;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 4px 12px rgba(0,0,0,0.1);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.avatar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50%;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 cover;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Links and Lists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have 4 states: link, visited, hover, active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list-style: none removes bullets (used in menus)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the whole link, not just its text, with padding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display: inline-block lets inline items take padding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 color: #1e40af;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a:visited { color: purple;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color: tomato;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a:active { color: red;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 { list-style: none;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a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inline-block;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8px 14px;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Pseudo-classes and Pseudo-elements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Pseudo-class (:) styles a state or position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Pseudo-element (::) styles a part of an element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::before and ::after add decoration with content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:focus highlights the field a user is typing 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li:first-child { font-weight: 700;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tr:nth-child(even)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#f1f5f9;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input:focus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outline: 2px solid #22d3ee;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h2::before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"# 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#22d3ee;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p::first-letter { font-size: 2em; 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Cascade and Specificity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Cascade: when rules clash, one wins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Priority: inline &gt; id &gt; class &gt; element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specificity: the last rule wins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!important; fix the selector instead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black; }         /* 1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.note { color: blue; }      /* 2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#intro { color: green; }    /* 3 */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id="intro" class="note"&gt;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Result: green (id wins) */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with Browser DevTools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Right-click, Inspect (or F12) opens DevTools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Elements tab: see HTML and the CSS applied to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values live to test; changes vanish on refresh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 device mode to preview mobile screens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Right-click an element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Inspect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Find it in the Styles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Untick a rule to turn it 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Change a value, see the result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Copy the working CSS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into style.css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Struck-through rule = overridden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1: Style My Profile Page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style.css linked correctly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Reset: margin 0, padding 0, border-box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Font with a fallback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theme noted in a CSS comment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2+ classes and 1 id used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Styled header and footer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as cards, centered with max-width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made circular (border-radius 50%)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MORE (BONUS)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box-shadow on cards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transform: scale(1.05) on image hover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linear-gradient background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Table: border-collapse + tr:nth-child(even)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Recap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ways to add CSS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Selectors and specificity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Colors, fonts, text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model, borders, shadows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Links, lists, pseudo-classes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questions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vs id?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Padding vs margin?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border-box?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rule wins when two clash?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:hover do?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and Position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display: block, inline, inline-block, none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position: relative, absolute, fixed, sticky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 keeps a navbar at the top while scrolling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positions inside the nearest relative parent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.hidden { display: none;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sticky;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position: relative;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10px;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right: 10px;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lays items in a row or column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display: flex goes on the parent (container)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justify-content: main axis; align-items: cross axis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adds space; flex-wrap lets items wrap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row;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 { flex: 1; 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Navbar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on the left, links on the right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on the nav, remove list bullets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color for links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&lt;h2&gt;Logo&lt;/h2&gt;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&lt;li&gt;&lt;a href="#"&gt;Home&lt;/a&gt;&lt;/li&gt;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&lt;li&gt;&lt;a href="#"&gt;About&lt;/a&gt;&lt;/li&gt;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{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ul {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list-style: none; gap: 20px; 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Project Cards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row of equal cards using flex and wrap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card: padding, border-radius, shadow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flex: 1 1 250px makes cards grow and wrap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 1 250px;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 4px 12px rgba(0,0,0,0.1);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Items: grow, shrink, order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flex-grow: how much an item expands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flex-shrink: how much it shrinks when tight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flex-basis: the starting size; flex is the shortcut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and align-self change one item 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.sidebar { flex: 0 0 250px;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 { flex: 1;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.item-a { order: 2;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.item-b { order: 1;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.special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align-self: flex-end;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flex: grow shrink basis */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Centering Cheat Sheet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Horizontal: margin: 0 auto on a block with a width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only: text-align: center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ways: flex with justify-content and align-items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ways: grid with place-items: center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 { width: 300px; margin: 0 auto;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 { text-align: center;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min-height: 100vh;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place-items: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Overflow, z-index and Visibility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overflow: hidden, scroll or auto handles extra content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z-index sets stacking order (needs position)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display: none removes it; visibility: hidden keeps space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opacity makes it see-through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100px;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overflow: auto;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.modal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100;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.gone { display: none;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.ghost { visibility: hidden;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.faded { opacity: 0.5; 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Forms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inputs, textarea and select like any element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:focus for active field, :disabled for locked ones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font to the page with font: inherit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button feel clickable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input, textarea, select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#cbd5e1;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font: inherit;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input:focus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border-color: #1e40af;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outline: none;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 opacity: 0.9; }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2: Navbar and Cards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 navbar: logo left, links right (flex)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with hover effect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project cards in a flex row with wrap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padding, radius and shadow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badge using position: absolute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section centered with flex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still readable with no overlaps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MORE (BONUS)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flex-direction: column for a sidebar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property to reorder items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"Back to top" fixed button (position: fixed)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 a div both ways with flex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Recap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and position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container + items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Navbar and cards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Centering methods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overflow and z-index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forms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questions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property aligns on the main axis?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needs which parent?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you center a div both ways?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flex: 1 means what?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 vs fixed?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Grid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lays items in rows AND columns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display: grid on the parent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grid-template-columns defines columns; fr is a fraction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repeat(auto-fit, minmax()) makes responsive grids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.gallery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repeat(3, 1fr);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.auto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repeat(auto-fit,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minmax(250px, 1fr));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must work on phones, tablets and desktops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the viewport meta tag in HTML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queries apply CSS only at certain screen widths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first: write small screens first, then add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{ max-width: 100%;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.cards { display: block;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repeat(2, 1fr);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Transitions and Variables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smooths a change over time (hover effects)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transform: scale, rotate, translate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variables store values once, reuse everywhere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--main: #1e40af;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--radius: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var(--main);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0.3s;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.btn:hover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translateY(-3px);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Template Areas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areas of the page and place items in them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 for full page layouts: header, sidebar, main, footer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areas inside a media query for mobile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.page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grid-template-areas: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"header header"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"side main"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"footer footer";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200px 1fr;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{ grid-area: header;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aside  { grid-area: side;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{ grid-area: main; }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Keyframe Animations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@keyframes defines the steps of an animation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 property plays it: name, time, repeat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for loaders, fade-ins and attention effects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animating transform and opacity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fadeUp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{ opacity: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transform: translateY(20px);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  { opacity: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transform: translateY(0);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fadeUp 1s ease;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spin 1s infinite linear;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Images and Units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max-width: 100% stops images overflowing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vw and vh are percent of screen width and height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min(), max(), clamp() give fluid sizes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breakpoints: 480, 768, 1024 px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clamp(1.8rem,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5vw, 3rem);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min(90%, 1100px);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Practices and Common Mistakes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classes, meaningful names (.card-title, not .red)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related rules together and comment sections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bug: forgetting box-sizing or the viewport tag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bug: wrong file path or class typo (check DevTools)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===== Header =====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.site-header {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===== Cards =====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.card-title {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link path correct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class names match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semicolons present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braces closed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and What to Learn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free with GitHub Pages or Netlify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 speed up work: Bootstrap, Tailwind CSS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them after you are strong in plain CSS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in the series: JavaScript makes pages interactive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on GitHub Pages: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Create a repository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Upload index.html + style.css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Settings &gt; Pages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Choose main branch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Open your live link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 later: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Sass, Tailwind, Bootstrap, animations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Assignment: Style the Full Website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your HTML Part 2 website, style it fully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variables for colors and radius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navbar + grid or flex project cards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Responsive: works at phone width (media query)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Styled form: inputs, focus, button hover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Transitions on buttons and cards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font, spacing and color theme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MORE (BONUS)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mode with prefers-color-scheme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 with @keyframes (search it)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it free on GitHub Pages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with browser Inspect device mode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Recap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Grid and areas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queries, mobile first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Transitions, keyframes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Variables, clamp, min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and hosting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questions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vs flex: when to use which?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1fr mean?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mobile first?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goes in :root?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you publish a site free?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Can Build Now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know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Selectors, colors, fonts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model and units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and Grid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design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Transitions and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next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series (3 Parts)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your page interactive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React and more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before/after screenshots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3184</Words>
  <Application>Microsoft Office PowerPoint</Application>
  <PresentationFormat>On-screen Show (16:9)</PresentationFormat>
  <Paragraphs>681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Series: Videos 1-3</dc:title>
  <dc:subject>PptxGenJS Presentation</dc:subject>
  <dc:creator>PptxGenJS</dc:creator>
  <cp:lastModifiedBy>Prem Pravash Sahu</cp:lastModifiedBy>
  <cp:revision>2</cp:revision>
  <dcterms:created xsi:type="dcterms:W3CDTF">2026-10-21T08:33:05Z</dcterms:created>
  <dcterms:modified xsi:type="dcterms:W3CDTF">2026-10-21T08:40:40Z</dcterms:modified>
</cp:coreProperties>
</file>